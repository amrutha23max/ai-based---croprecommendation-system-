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749A-E4DB-4E05-AC1F-97D5D7034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A4740-E239-1499-F5B9-B4A142FA7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921E-1678-D225-B600-F717B0DA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5E1F1-9E3C-CA1F-F95E-2635CA827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39828-AF1B-DE28-41DA-9B7CB38E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86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7185-0742-D148-3176-F3D0599C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EB004-96E6-62D3-429F-66B9C4144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9AB18-308C-19A3-BB20-4044BD09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2A051-0082-79AF-2491-052492EB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DE46-C7BB-2B5E-4F43-D1BA221C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05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32C6-5F9C-83D5-2B35-77576D64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190A-A844-6EE6-BD3E-A9F2A19C6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461FB-04A5-20B8-79BA-AAAA76E6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9B464-C763-594E-912B-D67C0820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FA45A-988B-73B6-2BD5-60CFB7DC7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66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F778-B147-F33B-EB85-1397E0E2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CE36-D3EC-359B-DDAB-BBA8EEC65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1D32E-9CEB-033B-FF20-A7620CFCA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0A6C9-5CF5-5CC1-01D6-EDECB517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23099-26C5-8B9D-CF86-F8B3BE42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B898A-E95A-CFD9-F81F-B1291CB4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47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DDCC-33F1-DB3D-B8AB-F7246607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535D-35D5-7BEE-9FF1-EA54868AE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F69E54-DDA8-AD00-3A68-B28859B1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EDB1F-4184-CCF9-8CA6-9FD0C0C5C5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728C7F-D0D7-2D5C-A618-533EBDB76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3D73D-BAFA-14E1-5DBD-87860A2B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F55AA4-06FF-B0BA-9F67-CE7F6186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971D5B-0AF2-7C47-932F-530F9B0C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100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3923-0803-D7FC-8D4E-0842E5ACE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E208C-A4BB-E0FB-CB88-1850C2CA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9E8F2-C95C-3528-72A8-EDDDC39F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6DFAB-181E-919F-5744-308E6089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3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BE8F62-8E72-3A71-3C72-EF483678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EF04E-9CF2-BE02-D704-CF929D09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C6387-BA38-D1C6-9851-A09B0C946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07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F17B-2699-A9E6-F2EA-59373E4D8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90DAF-1A96-8494-C522-844AB3B4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8E345-D9B0-D51F-0A3F-9DB3FF13D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8FC22-9A1A-825B-3418-7C9DC4DD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58641-934B-6735-9199-FE9E7752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2E005-1AAB-B27A-C322-FAA17A9F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39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C8FB-35DC-31FC-F653-745C1E5F8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F98EF-1DB5-0111-3BB8-278D3C674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AC3DD-F659-A736-593D-C9942A87C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9F3D3-A4E9-6B7F-B266-BCC05D03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0BEB3-5310-566D-8187-C8FFF754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E73B1-8F9D-C60E-CF8A-4A444B34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0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3854-B1B9-7B71-5F18-CF02A2B5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7F715-1276-8084-5213-DBAB87419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1E06-7A2B-77DC-9139-6700F1D6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5D633-85F1-DC43-38A0-AE6520E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30A66-91E3-AD1C-2591-D8F4029B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50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AFE514-F966-3C1B-FDC7-7CB20F5DB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12A85-435C-BA83-B3BF-FD326B782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7C0FD-FC74-0C65-6583-CAA03112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60BC7-46D9-6FA8-50AA-87D77ADD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1A703-08D3-C883-4EDD-5B66A6C3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65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34F4BC-6C33-2265-6A70-03E84784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0B684-FEE8-F2AB-E735-A3DD479F5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61C8F-1A43-997C-2DA5-049F03C38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71965-12BA-40D3-B008-C91F0333F8E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6F232-D977-515A-4A6A-8328E642B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701D0-3AC4-ADE8-D5B5-FAEAB6E75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1AE20-472B-46FC-96ED-4107049CE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607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C2186-9632-D0DE-9996-B77D625E2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Initial Project Proposal Presentation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6D231-6491-B463-BC43-248BB80F5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701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C788-BD65-D7F8-543A-E04AC1FA2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Title: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070EA-C99D-5DF7-E6AA-3F572E361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b="1" dirty="0"/>
              <a:t>Team Details: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Team Name: Tech Innovators</a:t>
            </a:r>
          </a:p>
          <a:p>
            <a:pPr marL="0" indent="0" algn="ctr">
              <a:buNone/>
            </a:pPr>
            <a:r>
              <a:rPr lang="en-IN" dirty="0"/>
              <a:t>Members: 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Course: Hands-on Python (CSE205)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Guide: </a:t>
            </a:r>
            <a:r>
              <a:rPr lang="en-IN" dirty="0" err="1"/>
              <a:t>Dr.</a:t>
            </a:r>
            <a:r>
              <a:rPr lang="en-IN" dirty="0"/>
              <a:t> Yasir Afaq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Smart India Hackathon Theme: Smart Cities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6167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3E53B-11D2-BB74-0686-D4DEFF6B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0A97C-ACFF-AFA1-4E51-0DD2C1FDF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 Description:  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“Describe you problem here in this slide.”</a:t>
            </a:r>
          </a:p>
        </p:txBody>
      </p:sp>
    </p:spTree>
    <p:extLst>
      <p:ext uri="{BB962C8B-B14F-4D97-AF65-F5344CB8AC3E}">
        <p14:creationId xmlns:p14="http://schemas.microsoft.com/office/powerpoint/2010/main" val="1496914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CB9E-B06B-0763-13FB-DF7852EB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F95B9-B528-B5AE-434C-69793861F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Idea</a:t>
            </a:r>
            <a:r>
              <a:rPr lang="en-IN" dirty="0"/>
              <a:t>:</a:t>
            </a:r>
          </a:p>
          <a:p>
            <a:endParaRPr lang="en-IN" dirty="0"/>
          </a:p>
          <a:p>
            <a:r>
              <a:rPr lang="en-IN" dirty="0"/>
              <a:t>“What solution are you going to provide to resolve the problem?”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64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0D5C-F8C8-2D12-4014-0CEBEA48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33786-38CB-C591-CA4B-1784B4F72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08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6478-930D-A6B1-1243-09A3C212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EC5BC-CD9B-8C36-D90C-6FE40B341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65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25F9-473F-486A-9B3A-66FCB387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6A5C2-9753-1D4B-0E67-1B84DA9B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(if any):</a:t>
            </a:r>
          </a:p>
          <a:p>
            <a:endParaRPr lang="en-US" dirty="0"/>
          </a:p>
          <a:p>
            <a:r>
              <a:rPr lang="en-US" dirty="0"/>
              <a:t>Software: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626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18B6-290B-00DF-23C0-4115C167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012F-F901-C88B-ED58-EA040A8C1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flow diagram of the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621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BE976-0943-7D8E-8C1D-F53C9F682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2CAA5-E978-0491-6A0A-C0ABBB822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372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7144-1A0E-B5ED-E2E1-86F238772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Contribution: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8D917-4DDE-6CBF-4FA0-8F928B65E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672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9A83-B8CF-C4D2-3E6E-696D1CC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5611-C321-CB1E-A537-0D466F4A4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66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Initial Project Proposal Presentation</vt:lpstr>
      <vt:lpstr>Project Title:</vt:lpstr>
      <vt:lpstr>Problem Statement</vt:lpstr>
      <vt:lpstr>Proposed Solution</vt:lpstr>
      <vt:lpstr>Objectives:</vt:lpstr>
      <vt:lpstr>Key Features:</vt:lpstr>
      <vt:lpstr>Proposed Technology Stack</vt:lpstr>
      <vt:lpstr>System overflow</vt:lpstr>
      <vt:lpstr>Expected outcome:</vt:lpstr>
      <vt:lpstr>Team Contribution: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Project Proposal Presentation</dc:title>
  <dc:creator>Yasir Afaq</dc:creator>
  <cp:lastModifiedBy>Yasir Afaq</cp:lastModifiedBy>
  <cp:revision>1</cp:revision>
  <dcterms:created xsi:type="dcterms:W3CDTF">2026-02-15T10:06:41Z</dcterms:created>
  <dcterms:modified xsi:type="dcterms:W3CDTF">2026-02-15T10:13:40Z</dcterms:modified>
</cp:coreProperties>
</file>